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2926080"/>
            <a:ext cx="1828800" cy="1828800"/>
          </a:xfrm>
          <a:prstGeom prst="ellipse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WebHaze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Website-as-a-Service, Reimagined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36576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51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hosting · Custom development · 24/7 support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web for businesses worldwide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84048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840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webhaze.in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2025 –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 great website is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still painfully hard.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33172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68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Costly &amp; Opaque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474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charge $5K–$50K+ with hidden costs, long timelines, and no transparency.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33172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468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🐢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Delivery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3474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 website takes 3–6 months to deliver, killing business momentum.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33172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468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Ongoing Support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474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vendors disappear post-launch — leaving owners with broken sites and no help.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WebHaze — Your Website.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Demand.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Website-as-a-Service platform that handles everything — design, development, hosting, and support — so businesses can focus on what they do best.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822960"/>
            <a:ext cx="2743200" cy="530352"/>
          </a:xfrm>
          <a:prstGeom prst="rect">
            <a:avLst/>
          </a:prstGeom>
          <a:solidFill>
            <a:srgbClr val="0D1F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8229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Lightning-fast hosting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36192"/>
            <a:ext cx="2743200" cy="530352"/>
          </a:xfrm>
          <a:prstGeom prst="rect">
            <a:avLst/>
          </a:prstGeom>
          <a:solidFill>
            <a:srgbClr val="0D1F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536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Custom development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249424"/>
            <a:ext cx="2743200" cy="530352"/>
          </a:xfrm>
          <a:prstGeom prst="rect">
            <a:avLst/>
          </a:prstGeom>
          <a:solidFill>
            <a:srgbClr val="0D1F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2494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Global reach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962656"/>
            <a:ext cx="2743200" cy="530352"/>
          </a:xfrm>
          <a:prstGeom prst="rect">
            <a:avLst/>
          </a:prstGeom>
          <a:solidFill>
            <a:srgbClr val="0D1F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9626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24/7 expert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675888"/>
            <a:ext cx="2743200" cy="530352"/>
          </a:xfrm>
          <a:prstGeom prst="rect">
            <a:avLst/>
          </a:prstGeom>
          <a:solidFill>
            <a:srgbClr val="0D1F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758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Scalable infrastructure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eliminate the complexity, cost, and anxiety of getting online.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Simple. Fast. Reliable.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57400" y="2148840"/>
            <a:ext cx="365760" cy="3657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91640"/>
            <a:ext cx="1828800" cy="2926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804672" cy="8046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vision. Our experts listen and define the perfect solution for your business.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33672" y="2148840"/>
            <a:ext cx="365760" cy="3657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691640"/>
            <a:ext cx="1828800" cy="2926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53512" y="1783080"/>
            <a:ext cx="804672" cy="8046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3512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2032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&amp; Build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42032" y="31546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designs and develops your site with professional quality and brand precision.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9944" y="2148840"/>
            <a:ext cx="365760" cy="3657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691640"/>
            <a:ext cx="1828800" cy="2926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9784" y="1783080"/>
            <a:ext cx="804672" cy="8046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9784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18304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18304" y="31546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host and deploy on lightning-fast infrastructure. Your site goes live in record time.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03136" y="1691640"/>
            <a:ext cx="1828800" cy="2926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06056" y="1783080"/>
            <a:ext cx="804672" cy="8046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06056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94576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94576" y="31546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ongoing support, updates, and optimization — we grow with your business.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</a:rPr>
              <a:t>WHO WE SERVE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Every Business Stage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64008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Startups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online fast with a professional website without burning runway on agencies.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600200"/>
            <a:ext cx="64008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🏪  Small Businesses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with larger brands through a polished, custom-built web presence.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600200"/>
            <a:ext cx="64008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 Freelancers &amp; Portfolios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work beautifully with a personal site that converts visitors into clients.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00400"/>
            <a:ext cx="64008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10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Global Enterprises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web presence across USA, Canada, UK, Germany and beyond — managed end-to-end.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32004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200400"/>
            <a:ext cx="64008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310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🛒  eCommerce Brands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8328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and scale online stores with built-in performance and payment integration.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32004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200400"/>
            <a:ext cx="64008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310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 Agencies &amp; Resellers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0936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our platform to deliver more websites under your own brand.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Massive and Growing Market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011680" cy="2286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45920"/>
            <a:ext cx="20116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28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$42B+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Design Industry (2023)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year over year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1645920"/>
            <a:ext cx="2011680" cy="2286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645920"/>
            <a:ext cx="20116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828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1.1B+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87752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on the Internet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87752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need ongoing help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72584" y="1645920"/>
            <a:ext cx="2011680" cy="2286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1645920"/>
            <a:ext cx="20116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828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547M+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64024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Globally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64024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market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48856" y="1645920"/>
            <a:ext cx="2011680" cy="2286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48856" y="1645920"/>
            <a:ext cx="20116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1828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0296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Have Inadequate Sites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40296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gap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WebHaze is positioned at the intersection of the WaaS boom and global SMB digitization.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</a:rPr>
              <a:t>WHY WEBHAZE WINS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Competitive Edge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605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73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End-to-End Ownership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the full stack — design, dev, hosting, support — under one roof.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679192"/>
            <a:ext cx="41605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52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Lightning Performance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built on high-speed global infrastructure ensuring top Core Web Vitals.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758184"/>
            <a:ext cx="41605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31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24/7 Expert Support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1879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humans available round the clock. No bots, no delays.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600200"/>
            <a:ext cx="41605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673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Global Reach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0299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clients in USA, Canada, UK, Germany and expanding worldwide.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679192"/>
            <a:ext cx="41605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752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Custom-First Approach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108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cookie-cutter templates — every site is crafted to your brand.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758184"/>
            <a:ext cx="41605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831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Transparent Pricing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41879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packages, no hidden fees. What you see is what you pay.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</a:rPr>
              <a:t>BUSINESS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Revenue Streams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45920"/>
            <a:ext cx="41148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Recurring Subscriptions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194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Monthly/annual hosting + support plans — high LTV, predictable MRR.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45920"/>
            <a:ext cx="41148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🔨  One-Time Development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2194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website builds with fixed project pricing — no scope creep.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246120"/>
            <a:ext cx="41148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Managed Services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maintenance, SEO, performance monitoring and updates.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46120"/>
            <a:ext cx="41148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🏷️  White-Label / Reseller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agencies resell WebHaze under their brand — B2B revenue multiplier.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1A56DB">
              <a:alpha val="8000"/>
            </a:srgbClr>
          </a:solidFill>
          <a:ln w="12700">
            <a:solidFill>
              <a:srgbClr val="1A56DB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VISION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We're Headed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32004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265176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&amp; Prove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Acquire first 100 paying clients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Establish 5-star support reputation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Refine core service packages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73552" y="1508760"/>
            <a:ext cx="2651760" cy="32004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3552" y="1508760"/>
            <a:ext cx="265176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10712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10712" y="24688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 self-serve dashboard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10712" y="3063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Expand to 5 global markets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10712" y="36576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Introduce reseller program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1344" y="1508760"/>
            <a:ext cx="2651760" cy="32004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1344" y="1508760"/>
            <a:ext cx="265176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</a:rPr>
              <a:t>Phase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18504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Dominate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18504" y="24688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AI-powered website generation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18504" y="3063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10,000+ clients worldwide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18504" y="36576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Series A fundraise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A56DB">
              <a:alpha val="8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</a:rPr>
              <a:t>LET'S BUILD SOMETHING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GREAT TOGETHER.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1148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514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WebHaze makes professional web presence accessible to every business — from solo founders to global enterprises. Join us in building the future of the web.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" y="3657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webhaze.in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India &amp; Worldwide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474720"/>
            <a:ext cx="283464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 webhaze.in 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© 2025 WebHaze. All rights reserved.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WebHaze Pitch Deck</dc:title>
  <dc:subject>PptxGenJS Presentation</dc:subject>
  <dc:creator>PptxGenJS</dc:creator>
  <cp:lastModifiedBy>PptxGenJS</cp:lastModifiedBy>
  <cp:revision>1</cp:revision>
  <dcterms:created xsi:type="dcterms:W3CDTF">2026-05-16T10:44:59Z</dcterms:created>
  <dcterms:modified xsi:type="dcterms:W3CDTF">2026-05-16T10:44:59Z</dcterms:modified>
</cp:coreProperties>
</file>